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in Pedagogical Design and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Michael Borck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&amp; The AI Landscape</a:t>
            </a:r>
          </a:p>
        </p:txBody>
      </p:sp>
      <p:pic>
        <p:nvPicPr>
          <p:cNvPr descr="../../docs/images/welcom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Intelligent Tutoring Systems (ITS)</a:t>
            </a:r>
          </a:p>
        </p:txBody>
      </p:sp>
      <p:pic>
        <p:nvPicPr>
          <p:cNvPr descr="../../docs/images/itts-path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Architect (Pedagogical Design)</a:t>
            </a:r>
          </a:p>
        </p:txBody>
      </p:sp>
      <p:pic>
        <p:nvPicPr>
          <p:cNvPr descr="../../docs/images/architec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Practitioner (Pedagogical Delivery)</a:t>
            </a:r>
          </a:p>
        </p:txBody>
      </p:sp>
      <p:pic>
        <p:nvPicPr>
          <p:cNvPr descr="../../docs/images/ai-copilo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&amp; Limitations</a:t>
            </a:r>
          </a:p>
        </p:txBody>
      </p:sp>
      <p:pic>
        <p:nvPicPr>
          <p:cNvPr descr="../../docs/images/challenge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Evolving Role of the Educator</a:t>
            </a:r>
          </a:p>
        </p:txBody>
      </p:sp>
      <p:pic>
        <p:nvPicPr>
          <p:cNvPr descr="../../docs/images/rising-tid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1: Automate the Tedious</a:t>
            </a:r>
          </a:p>
        </p:txBody>
      </p:sp>
      <p:pic>
        <p:nvPicPr>
          <p:cNvPr descr="../../docs/images/automat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193800"/>
            <a:ext cx="473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2: The Art of the Prompt</a:t>
            </a:r>
          </a:p>
        </p:txBody>
      </p:sp>
      <p:pic>
        <p:nvPicPr>
          <p:cNvPr descr="../../docs/images/promp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3: Your 5-Step Critique Framework</a:t>
            </a:r>
          </a:p>
        </p:txBody>
      </p:sp>
      <p:pic>
        <p:nvPicPr>
          <p:cNvPr descr="../../docs/images/check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4: The “Assessment Stress-Test”</a:t>
            </a:r>
          </a:p>
        </p:txBody>
      </p:sp>
      <p:pic>
        <p:nvPicPr>
          <p:cNvPr descr="../../docs/images/stres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5: Secure, Safe, and Sustainable AI</a:t>
            </a:r>
          </a:p>
        </p:txBody>
      </p:sp>
      <p:pic>
        <p:nvPicPr>
          <p:cNvPr descr="../../docs/images/safety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Wrap-Up &amp; Next Steps</a:t>
            </a:r>
          </a:p>
        </p:txBody>
      </p:sp>
      <p:pic>
        <p:nvPicPr>
          <p:cNvPr descr="../../docs/images/nex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Pedagogical Design and Delivery</dc:title>
  <dc:creator>Michael Borck</dc:creator>
  <cp:keywords/>
  <dcterms:created xsi:type="dcterms:W3CDTF">2025-11-10T06:06:02Z</dcterms:created>
  <dcterms:modified xsi:type="dcterms:W3CDTF">2025-11-10T06:06:02Z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2025-11-10</vt:lpwstr>
  </property>
  <property fmtid="{D5CDD505-2E9C-101B-9397-08002B2CF9AE}" pid="6" name="footer">
    <vt:lpwstr>AI in Pedagogical Design and Delivery | Michael Borck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